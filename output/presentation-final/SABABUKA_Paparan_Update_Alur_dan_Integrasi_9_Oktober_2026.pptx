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Matrix RPJMD dan catatan keputusan tata kelola SABABUKA. Lingkungan yang ditampilkan adalah demo/UAT lokal.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docs/18-rundown-ekspose-antara-2026-10-09.md dan audit release 8 Oktober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pilot dan batasan demo mengikuti rundown ekspose antara.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Matrix RPJMD dan keputusan struktur fokus-kategori-indikator pada diskusi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Perubahan role Kominfo diterapkan melalui migration 027: Kominfo tidak lagi memiliki menu input atau permission aksi konektor.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ini membedakan persetujuan kebijakan, validasi teknis, dan publikasi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Skenario menggunakan data latihan. Sinkronisasi yang ditunjukkan berarti SABABUKA membaca dataset Satu Data, bukan menulis balik.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pemeriksaan data masuk menjadi kebutuhan yang perlu diperjelas di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docs/external-connectors.md dan audit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semua OPD harus memiliki website atau API pada tahap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organisasi dipakai sebagai bahan konfirmasi forum, bukan langsung sebagai keputusan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Catatan keamanan ini menjadi batas teknis yang perlu dipahami saat materi dipresentasikan.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 simulasi hanya untuk environment demo/development.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keputusan mengikuti kebutuhan konfirmasi organisasi, indikator, sumber, dan koordinasi.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Penutup. Tekankan bahwa sistem siap menjadi wadah master data dan alur validasi sebelum integrasi resmi diperluas.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4572000" cy="6766560"/>
          </a:xfrm>
          <a:prstGeom prst="rect">
            <a:avLst/>
          </a:prstGeom>
          <a:solidFill>
            <a:srgbClr val="17558A">
              <a:alpha val="45000"/>
            </a:srgbClr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321040" y="822960"/>
            <a:ext cx="4389120" cy="4389120"/>
          </a:xfrm>
          <a:prstGeom prst="arc">
            <a:avLst/>
          </a:prstGeom>
          <a:noFill/>
          <a:ln w="38100">
            <a:solidFill>
              <a:srgbClr val="008D83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823960" y="1325880"/>
            <a:ext cx="3383280" cy="3383280"/>
          </a:xfrm>
          <a:prstGeom prst="arc">
            <a:avLst/>
          </a:prstGeom>
          <a:noFill/>
          <a:ln w="19050">
            <a:solidFill>
              <a:srgbClr val="D97A22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EE2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1298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BERSINAR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05740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master data,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validasi, dan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rencana integrasi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D8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Bahan paparan antara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9D8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Jumat, 9 Oktober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0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Kabupaten Kapuas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5806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C9D8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 indikator pembangunan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Posisi SABABUKA saat ini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 sedang menata fondasi sebelum sinkronisasi data resmi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berfungsi sebagai master data indikator dan ruang tata kelola. Angka realisasi dari sumber resmi masuk setelah definisi, pemilik, dan alurnya disepakati.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73152" cy="224028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sudah tersedia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862072"/>
            <a:ext cx="3081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kategori dan indikator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tahunan 2025-2029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dan scope akses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Alur draft, review, verifikasi, publikasi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370832" y="233172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331720"/>
            <a:ext cx="73152" cy="224028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sedang disepakati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862072"/>
            <a:ext cx="3081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kebijakan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 atau kategori strategis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 pemilik dan bidang pengelola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organisasi yang masuk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331720"/>
            <a:ext cx="73152" cy="2240280"/>
          </a:xfrm>
          <a:prstGeom prst="rect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 berikutnya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862072"/>
            <a:ext cx="3081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Integrasi BPS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Satu Data Kapuas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observasi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Rilis data yang dapat ditelusuri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21792" y="507492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1114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38528" y="5093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menyimpan struktur dan aturan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90288" y="507492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511149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RESMI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50932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menyediakan realisasi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22208" y="50749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3648" y="51114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19488" y="5093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 hasil yang disetujui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Fondasi yang sudah berjalan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lokal memisahkan master, data demo, dan data bersumber resmi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727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786384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kategori pilot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41732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5727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575304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indikator pilot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5727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2025-2029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64224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cakupan target tahunan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417320"/>
            <a:ext cx="2423160" cy="1078992"/>
          </a:xfrm>
          <a:prstGeom prst="roundRect">
            <a:avLst>
              <a:gd name="adj" fmla="val 5085"/>
            </a:avLst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5727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153144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aplikasi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9900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53312" y="2962656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indikator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53312" y="324612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Definisi, satuan, target, OPD pemilik, dan status workflow.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794760"/>
            <a:ext cx="384048" cy="384048"/>
          </a:xfrm>
          <a:prstGeom prst="ellipse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8130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3785616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dan verifikasi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53312" y="406908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 memutuskan substansi. OPD memeriksa sisi teknis.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2971800"/>
            <a:ext cx="384048" cy="384048"/>
          </a:xfrm>
          <a:prstGeom prst="ellipse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9900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02552" y="2962656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data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02552" y="324612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Konektor Satu Data dan profil BPS sudah tersedia untuk mapping terkontrol.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794760"/>
            <a:ext cx="384048" cy="384048"/>
          </a:xfrm>
          <a:prstGeom prst="ellipse">
            <a:avLst/>
          </a:prstGeom>
          <a:solidFill>
            <a:srgbClr val="2D7A61"/>
          </a:solidFill>
          <a:ln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8130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02552" y="3785616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pimpinan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02552" y="4069080"/>
            <a:ext cx="4407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Hanya membaca data yang sudah disetujui dan dipublikasikan.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" y="5166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demo tetap dipertahankan sampai OPD dan sumber resmi mengonfirmasi angka.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master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RPJMD menjadi bahan awal untuk membangun struktur yang dapat menerima sumber data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755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585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RPJMD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770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bahan draft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12848" y="2651760"/>
            <a:ext cx="310896" cy="0"/>
          </a:xfrm>
          <a:prstGeom prst="line">
            <a:avLst/>
          </a:prstGeom>
          <a:noFill/>
          <a:ln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2057400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08D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2585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kebijakan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770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pengelompokan strategis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0" y="2651760"/>
            <a:ext cx="310896" cy="0"/>
          </a:xfrm>
          <a:prstGeom prst="line">
            <a:avLst/>
          </a:prstGeom>
          <a:noFill/>
          <a:ln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43984" y="2057400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7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2585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Isu / kategori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53712" y="2770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pengelolaan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16752" y="2651760"/>
            <a:ext cx="310896" cy="0"/>
          </a:xfrm>
          <a:prstGeom prst="line">
            <a:avLst/>
          </a:prstGeom>
          <a:noFill/>
          <a:ln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45936" y="2057400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755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22585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Indikator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55664" y="2770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definisi dan versi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18704" y="2651760"/>
            <a:ext cx="310896" cy="0"/>
          </a:xfrm>
          <a:prstGeom prst="line">
            <a:avLst/>
          </a:prstGeom>
          <a:noFill/>
          <a:ln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47888" y="2057400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008D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22585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tahunan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57616" y="2770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rencana capaian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20656" y="2651760"/>
            <a:ext cx="310896" cy="0"/>
          </a:xfrm>
          <a:prstGeom prst="line">
            <a:avLst/>
          </a:prstGeom>
          <a:noFill/>
          <a:ln w="19050">
            <a:solidFill>
              <a:srgbClr val="5D718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49840" y="2057400"/>
            <a:ext cx="157276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D7A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59568" y="2258568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dan realisasi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59568" y="27706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masuk setelah validasi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0120" y="4160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4160520"/>
            <a:ext cx="73152" cy="10058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1288" y="43251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Aturan istilah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61288" y="46908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menjadi pengelompokan. Kategori atau isu menjadi unit yang dikelola.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4572000" y="4160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4160520"/>
            <a:ext cx="73152" cy="100584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43251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773168" y="46908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Draft, review, verifikasi, approved, active, published.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8183880" y="416052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3880" y="4160520"/>
            <a:ext cx="73152" cy="1005840"/>
          </a:xfrm>
          <a:prstGeom prst="rect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5048" y="43251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Batas tahap ini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85048" y="469087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dan alur sudah disiapkan. Sinkronisasi dilakukan bertahap.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Peran dan fungsi yang diperbarui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substansi berada pada BAPPERIDA dan OPD pemilik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298448"/>
            <a:ext cx="2057400" cy="512064"/>
          </a:xfrm>
          <a:prstGeom prst="rect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173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52928" y="1298448"/>
            <a:ext cx="8549640" cy="512064"/>
          </a:xfrm>
          <a:prstGeom prst="rect">
            <a:avLst/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417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Menyusun draft dari Matrix RPJMD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" y="1984248"/>
            <a:ext cx="2057400" cy="512064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1031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52928" y="1984248"/>
            <a:ext cx="8549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1031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Menilai fokus, isu, indikator, target, dan kelayakan tayang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3232" y="2670048"/>
            <a:ext cx="2057400" cy="512064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7889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 pemilik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52928" y="2670048"/>
            <a:ext cx="8549640" cy="512064"/>
          </a:xfrm>
          <a:prstGeom prst="rect">
            <a:avLst/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7889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Memvalidasi kewenangan, definisi, sumber, dan nilai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" y="3355848"/>
            <a:ext cx="2057400" cy="512064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4747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Superadmin / developer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52928" y="3355848"/>
            <a:ext cx="8549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34747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Menjaga aplikasi, konektor, keamanan, akun, dan reset demo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57400" cy="512064"/>
          </a:xfrm>
          <a:prstGeom prst="rect">
            <a:avLst/>
          </a:prstGeom>
          <a:solidFill>
            <a:srgbClr val="5D7186"/>
          </a:solidFill>
          <a:ln w="12700">
            <a:solidFill>
              <a:srgbClr val="5D718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605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Kominfo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852928" y="4041648"/>
            <a:ext cx="8549640" cy="512064"/>
          </a:xfrm>
          <a:prstGeom prst="rect">
            <a:avLst/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41605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Memantau layanan, alur data, dan keterbukaan dalam mode baca saja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3232" y="4727448"/>
            <a:ext cx="2057400" cy="512064"/>
          </a:xfrm>
          <a:prstGeom prst="rect">
            <a:avLst/>
          </a:prstGeom>
          <a:solidFill>
            <a:srgbClr val="2D7A61"/>
          </a:solidFill>
          <a:ln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84632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52928" y="4727448"/>
            <a:ext cx="8549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4846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Membaca data yang telah disetujui dan dipublikasikan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57424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BAPPERIDA atau Kominfo tetap dapat memakai role OPD dengan scope organisasinya ketika organisasi tersebut menjadi pemilik indikator.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persetujuan indikator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 BAPPERIDA dan verifikasi OPD memiliki fungsi yang berbeda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25296" y="1417320"/>
            <a:ext cx="658368" cy="658368"/>
          </a:xfrm>
          <a:prstGeom prst="ellipse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16002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83664" y="1746504"/>
            <a:ext cx="1600200" cy="0"/>
          </a:xfrm>
          <a:prstGeom prst="line">
            <a:avLst/>
          </a:prstGeom>
          <a:noFill/>
          <a:ln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58368" y="2359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UPR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7249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Matrix RPJMD menjadi bahan awal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93008" y="1417320"/>
            <a:ext cx="658368" cy="658368"/>
          </a:xfrm>
          <a:prstGeom prst="ellipse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6002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51376" y="1746504"/>
            <a:ext cx="1600200" cy="0"/>
          </a:xfrm>
          <a:prstGeom prst="line">
            <a:avLst/>
          </a:prstGeom>
          <a:noFill/>
          <a:ln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926080" y="2359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BAPPERIDA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7249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Menilai fokus, isu, indikator, dan target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1417320"/>
            <a:ext cx="658368" cy="658368"/>
          </a:xfrm>
          <a:prstGeom prst="ellipse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6002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19088" y="1746504"/>
            <a:ext cx="1600200" cy="0"/>
          </a:xfrm>
          <a:prstGeom prst="line">
            <a:avLst/>
          </a:prstGeom>
          <a:noFill/>
          <a:ln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193792" y="2359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Verifikasi OPD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93792" y="27249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Memastikan definisi, sumber, dan operator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28432" y="1417320"/>
            <a:ext cx="658368" cy="658368"/>
          </a:xfrm>
          <a:prstGeom prst="ellipse">
            <a:avLst/>
          </a:prstGeom>
          <a:solidFill>
            <a:srgbClr val="2D7A61"/>
          </a:solidFill>
          <a:ln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16002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686800" y="1746504"/>
            <a:ext cx="1600200" cy="0"/>
          </a:xfrm>
          <a:prstGeom prst="line">
            <a:avLst/>
          </a:prstGeom>
          <a:noFill/>
          <a:ln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461504" y="2359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Persetujuan akhir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61504" y="27249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 menetapkan indikator aktif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96144" y="1417320"/>
            <a:ext cx="658368" cy="658368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96144" y="1600200"/>
            <a:ext cx="658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29216" y="2359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dan rilis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29216" y="27249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masuk, diperiksa, lalu dipublikasikan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41148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4114800"/>
            <a:ext cx="73152" cy="1051560"/>
          </a:xfrm>
          <a:prstGeom prst="rect">
            <a:avLst/>
          </a:prstGeom>
          <a:solidFill>
            <a:srgbClr val="B3423E"/>
          </a:solidFill>
          <a:ln w="12700">
            <a:solidFill>
              <a:srgbClr val="B3423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4279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tidak sesuai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69848" y="4645152"/>
            <a:ext cx="2807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 mengembalikan atau menolak dengan catatan.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4526280" y="41148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4114800"/>
            <a:ext cx="73152" cy="105156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4279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teknis belum siap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727448" y="4645152"/>
            <a:ext cx="2807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 mengembalikan kepada BAPPERIDA dengan koreksi sumber.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8183880" y="4114800"/>
            <a:ext cx="3154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3880" y="4114800"/>
            <a:ext cx="73152" cy="1051560"/>
          </a:xfrm>
          <a:prstGeom prst="rect">
            <a:avLst/>
          </a:prstGeom>
          <a:solidFill>
            <a:srgbClr val="2D7A61"/>
          </a:solidFill>
          <a:ln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85048" y="42793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sudah lengkap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85048" y="4645152"/>
            <a:ext cx="28072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aktif dan data dapat masuk antrean pemeriksaan.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Skenario simulasi lintas dashboard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indikator diproses dari draft sampai terlihat oleh Pimpinan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710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DEMO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65960" y="1271016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Ketahanan Pangan Daerah · Ketersediaan Pangan · Indeks Ketahanan Pangan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755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313432"/>
            <a:ext cx="384048" cy="384048"/>
          </a:xfrm>
          <a:prstGeom prst="ellipse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140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3312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25511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membuat draft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0574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8D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2313432"/>
            <a:ext cx="384048" cy="384048"/>
          </a:xfrm>
          <a:prstGeom prst="ellipse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4140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02352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02352" y="25511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menyetujui kategori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205740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2313432"/>
            <a:ext cx="384048" cy="384048"/>
          </a:xfrm>
          <a:prstGeom prst="ellipse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24140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51392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51392" y="255117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memvalidasi teknis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56616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3822192"/>
            <a:ext cx="384048" cy="384048"/>
          </a:xfrm>
          <a:prstGeom prst="ellipse">
            <a:avLst/>
          </a:prstGeom>
          <a:solidFill>
            <a:srgbClr val="0B2344"/>
          </a:solidFill>
          <a:ln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9227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53312" y="3776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Superadmin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53312" y="405993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mengatur mapping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56616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7A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3822192"/>
            <a:ext cx="384048" cy="384048"/>
          </a:xfrm>
          <a:prstGeom prst="ellipse">
            <a:avLst/>
          </a:prstGeom>
          <a:solidFill>
            <a:srgbClr val="2D7A61"/>
          </a:solidFill>
          <a:ln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39227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3776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02352" y="405993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menyetujui data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356616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755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02752" y="3822192"/>
            <a:ext cx="384048" cy="384048"/>
          </a:xfrm>
          <a:prstGeom prst="ellipse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39227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51392" y="3776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51392" y="405993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melihat rilis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54406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Semua baris demo diberi tag paket dan dapat di-reset Superadmin tanpa menghapus master resmi.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Pemeriksaan data masuk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 memeriksa data yang sudah melewati validasi otomatis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98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masuk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6916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282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Data Kapuas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12140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57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2551176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587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Unggah OPD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2980944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017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manual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2514600"/>
            <a:ext cx="1005840" cy="0"/>
          </a:xfrm>
          <a:prstGeom prst="line">
            <a:avLst/>
          </a:prstGeom>
          <a:noFill/>
          <a:ln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03320" y="14630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1463040"/>
            <a:ext cx="73152" cy="21488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8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sistem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04488" y="1993392"/>
            <a:ext cx="216712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Tahun dan wilayah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Satuan dan tipe nilai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Kelengkapan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Duplikasi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Rentang nilai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309360" y="2514600"/>
            <a:ext cx="1005840" cy="0"/>
          </a:xfrm>
          <a:prstGeom prst="line">
            <a:avLst/>
          </a:prstGeom>
          <a:noFill/>
          <a:ln w="25400">
            <a:solidFill>
              <a:srgbClr val="D8E3E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1463040"/>
            <a:ext cx="73152" cy="214884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9248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BAPPERIDA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99248" y="1993392"/>
            <a:ext cx="317296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Setujui untuk publikasi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Kembalikan untuk koreksi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Tolak dengan catatan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Simpan sumber dan waktu pengambilan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31520" y="41605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diperiksa BAPPERIDA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526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Indikator dan versinya · sumber dan URL · periode · wilayah · satuan · status OPD · kewajaran nilai · kesesuaian target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55778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yang belum disetujui tidak masuk publikasi pimpinan.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Integrasi BPS dan Satu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Konektor teknis sudah disiapkan, penggunaan resmi tetap menunggu metadata dan akses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325880"/>
            <a:ext cx="73152" cy="347472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490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Data Kapuas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856232"/>
            <a:ext cx="4864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katalog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dan resource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indikator eksplisit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dan staging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terkontrol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 dan checksum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327648" y="132588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325880"/>
            <a:ext cx="73152" cy="3474720"/>
          </a:xfrm>
          <a:prstGeom prst="rect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490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28816" y="1856232"/>
            <a:ext cx="4864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atau WebAPI resmi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jika diperlukan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Kode indikator dan wilayah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Definisi dan satuan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Jadwal rilis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Penanganan perbedaan angka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RPJMD tetap menjadi target perencanaan. BPS atau Satu Data menyediakan realisasi yang kemudian diperiksa.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58064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menarik data dari sumber. Sistem tidak menulis balik ke Satu Data tanpa API dan persetujuan resmi.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Jika OPD belum punya dataset atau website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Ketiadaan API tidak menghalangi OPD menjadi pemilik indikator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73152" cy="960120"/>
          </a:xfrm>
          <a:prstGeom prst="rect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81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SABABUKA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194767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capaian dan keterangan sumber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17320"/>
            <a:ext cx="73152" cy="96012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581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atau XLSX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3368" y="194767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terstruktur dengan periode dan satuan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34640"/>
            <a:ext cx="73152" cy="96012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992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 resmi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36499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Berkas yang disahkan OPD dan dapat ditelusuri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172200" y="28346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834640"/>
            <a:ext cx="73152" cy="960120"/>
          </a:xfrm>
          <a:prstGeom prst="rect">
            <a:avLst/>
          </a:prstGeom>
          <a:solidFill>
            <a:srgbClr val="2D7A61"/>
          </a:solidFill>
          <a:ln w="12700">
            <a:solidFill>
              <a:srgbClr val="2D7A6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29992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resmi lain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3368" y="336499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BPS atau dataset yang disepakati kemudian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data tetap membutuhkan pemilik, periode, satuan, wilayah, waktu pembaruan, dan status verifikasi.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5349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diberi label: Manual OPD · Dokumen resmi OPD · Satu Data Kapuas · BPS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Konfirmasi daftar organisasi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Daftar organisasi perlu disepakati sebelum pemetaan indikator diperluas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389888"/>
            <a:ext cx="333756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527048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Organisasi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389888"/>
            <a:ext cx="141732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41648" y="152704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Jenis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9240" y="1389888"/>
            <a:ext cx="219456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8968" y="152704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43800" y="1389888"/>
            <a:ext cx="4297680" cy="457200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53528" y="1527048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1847088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1993392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Dinas contoh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1847088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41648" y="199339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1847088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199339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Menunggu konfirmasi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43800" y="1847088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1993392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Pastikan masuk atau dikeluarkan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2377440"/>
            <a:ext cx="3337560" cy="530352"/>
          </a:xfrm>
          <a:prstGeom prst="rect">
            <a:avLst/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523744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Kecamatan contoh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31920" y="2377440"/>
            <a:ext cx="1417320" cy="530352"/>
          </a:xfrm>
          <a:prstGeom prst="rect">
            <a:avLst/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52374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Kecamatan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2377440"/>
            <a:ext cx="2194560" cy="530352"/>
          </a:xfrm>
          <a:prstGeom prst="rect">
            <a:avLst/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8968" y="252374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Terdaftar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43800" y="2377440"/>
            <a:ext cx="4297680" cy="530352"/>
          </a:xfrm>
          <a:prstGeom prst="rect">
            <a:avLst/>
          </a:prstGeom>
          <a:solidFill>
            <a:srgbClr val="F3F7FA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2523744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Pisahkan dari daftar OPD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2907792"/>
            <a:ext cx="3337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3054096"/>
            <a:ext cx="3118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Organisasi contoh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2907792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305409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907792"/>
            <a:ext cx="2194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3054096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Perlu koreksi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43800" y="2907792"/>
            <a:ext cx="4297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53528" y="3054096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Periksa kode dan nama resmi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240" y="39319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Pilihan status: Masuk · Tidak masuk · Perlu koreksi · Perlu digabung · Menunggu forum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874520" y="457200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4520" y="4572000"/>
            <a:ext cx="73152" cy="96012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75688" y="4736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OPD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075688" y="5102352"/>
            <a:ext cx="3310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Website, portal data, PIC, operator, kontak resmi, dan kebutuhan integrasi.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6629400" y="457200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4572000"/>
            <a:ext cx="73152" cy="96012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0568" y="4736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Koordinasi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830568" y="5102352"/>
            <a:ext cx="33101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grup resmi dan QR code ditampilkan setelah link dikonfirmasi.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Perlindungan IP dan keamanan sistem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dapat diamati browser, sehingga aturan penting harus tetap berada di backend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73152" cy="2971800"/>
          </a:xfrm>
          <a:prstGeom prst="rect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73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Kode dan aturan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039112"/>
            <a:ext cx="3035808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Workflow, permission, dan keputusan bisnis berada di backend.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dan credential deployment dibatasi.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434840" y="150876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508760"/>
            <a:ext cx="73152" cy="297180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1673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dan secret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6008" y="2039112"/>
            <a:ext cx="3035808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key, token, password, data personal, dan endpoint internal tidak masuk bundle frontend.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0" y="150876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508760"/>
            <a:ext cx="73152" cy="297180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1673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dan akses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0768" y="2039112"/>
            <a:ext cx="3035808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map produksi dimatikan. CORS, CSP, cookie, rate limit, audit, dan environment dipisahkan.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Tidak ada aplikasi web yang dapat dibuat sepenuhnya tidak dapat di-inspect. Perlindungan utama berada pada backend, secret management, access control, dan repository privat.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 Simulasi lintas role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Superadmin menguji alur menggunakan akun demo terpisah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8D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099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0848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dan persetujuan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93592" y="14173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7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7099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0752" y="20848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Verifikasi teknis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9944" y="14173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5D71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17099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Kominfo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47104" y="20848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 status layanan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26296" y="1417320"/>
            <a:ext cx="23317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755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099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Pimpinan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63456" y="20848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 hasil rilis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34290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429000"/>
            <a:ext cx="73152" cy="1143000"/>
          </a:xfrm>
          <a:prstGeom prst="rect">
            <a:avLst/>
          </a:prstGeom>
          <a:solidFill>
            <a:srgbClr val="17558A"/>
          </a:solidFill>
          <a:ln w="12700">
            <a:solidFill>
              <a:srgbClr val="1755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3593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akun demo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61288" y="3959352"/>
            <a:ext cx="2670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Tombol Superadmin mengisi akun demo di halaman login; autentikasi tetap normal.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4572000" y="34290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429000"/>
            <a:ext cx="73152" cy="114300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593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tindakan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73168" y="3959352"/>
            <a:ext cx="2670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Setiap tindakan lintas role dicatat oleh backend sesuai audit log.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8183880" y="34290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429000"/>
            <a:ext cx="73152" cy="1143000"/>
          </a:xfrm>
          <a:prstGeom prst="rect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35935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aman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5048" y="3959352"/>
            <a:ext cx="2670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demo menghapus transaksi latihan tanpa menyentuh master resmi.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777240" y="5349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Tujuannya agar OPD dapat belajar mandiri dari draft sampai dashboard pimpinan.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84048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Keputusan yang diperlukan dari forum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forum menentukan isi master dan urutan integrasi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653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71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 BERSINAR · KABUPATEN KAPUAS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28832" y="6519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362456"/>
            <a:ext cx="292608" cy="292608"/>
          </a:xfrm>
          <a:prstGeom prst="ellipse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356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98448" y="13807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 dan kecamatan yang masuk SABABUKA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362456"/>
            <a:ext cx="292608" cy="292608"/>
          </a:xfrm>
          <a:prstGeom prst="ellipse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356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30568" y="13807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dan kategori strategis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2231136"/>
            <a:ext cx="292608" cy="292608"/>
          </a:xfrm>
          <a:prstGeom prst="ellipse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042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98448" y="22494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Indikator pilot dan OPD pemilik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2231136"/>
            <a:ext cx="292608" cy="292608"/>
          </a:xfrm>
          <a:prstGeom prst="ellipse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3042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30568" y="22494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Bidang, PIC, dan operator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099816"/>
            <a:ext cx="292608" cy="292608"/>
          </a:xfrm>
          <a:prstGeom prst="ellipse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729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98448" y="31181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 data serta jadwal pembaruan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099816"/>
            <a:ext cx="292608" cy="292608"/>
          </a:xfrm>
          <a:prstGeom prst="ellipse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1729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30568" y="31181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Batas data untuk dashboard pimpinan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3968496"/>
            <a:ext cx="292608" cy="292608"/>
          </a:xfrm>
          <a:prstGeom prst="ellipse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416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98448" y="39867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Satu Data dan rujukan BPS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968496"/>
            <a:ext cx="292608" cy="292608"/>
          </a:xfrm>
          <a:prstGeom prst="ellipse">
            <a:avLst/>
          </a:prstGeom>
          <a:solidFill>
            <a:srgbClr val="D97A22"/>
          </a:solidFill>
          <a:ln w="12700">
            <a:solidFill>
              <a:srgbClr val="D97A2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0416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30568" y="39867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grup koordinasi dan persetujuan simulasi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Keputusan forum menjadi dasar perubahan status draft menjadi master resmi.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D83"/>
          </a:solidFill>
          <a:ln w="12700">
            <a:solidFill>
              <a:srgbClr val="008D8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EE2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SABABUKA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Fondasi sudah disiapkan.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 berikutnya adalah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menetapkan master dan sumber resmi.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49808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D8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BAPPERIDA menetapkan arah dan kelayakan. OPD memastikan data. Sistem menjaga alur dan bukti.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200" y="5394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Terima kasih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52360" y="5806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C9D8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Kabupaten Kapuas · 9 Oktober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Kabupaten Kapuas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SABABUKA Bersinar - 9 Oktober 2026</dc:title>
  <dc:subject>Update master data, alur validasi, dan rencana integrasi SABABUKA</dc:subject>
  <dc:creator>SABABUKA Bersinar</dc:creator>
  <cp:lastModifiedBy>SABABUKA Bersinar</cp:lastModifiedBy>
  <cp:revision>1</cp:revision>
  <dcterms:created xsi:type="dcterms:W3CDTF">2026-10-08T16:03:34Z</dcterms:created>
  <dcterms:modified xsi:type="dcterms:W3CDTF">2026-10-08T16:03:34Z</dcterms:modified>
</cp:coreProperties>
</file>